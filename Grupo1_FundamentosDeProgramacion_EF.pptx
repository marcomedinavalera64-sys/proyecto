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cf9c96df454318" /><Relationship Type="http://schemas.openxmlformats.org/officeDocument/2006/relationships/extended-properties" Target="/docProps/app.xml" Id="R07cc15c8457a427a" /><Relationship Type="http://schemas.openxmlformats.org/officeDocument/2006/relationships/officeDocument" Target="/ppt/presentation.xml" Id="R0f588678ea1140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68e98c65f4757"/>
  </p:sldMasterIdLst>
  <p:notesMasterIdLst>
    <p:notesMasterId xmlns:r="http://schemas.openxmlformats.org/officeDocument/2006/relationships" r:id="Rd63362ad33f64da3"/>
  </p:notesMasterIdLst>
  <p:sldIdLst>
    <p:sldId xmlns:r="http://schemas.openxmlformats.org/officeDocument/2006/relationships" id="256" r:id="R002dba3ebb034b99"/>
    <p:sldId xmlns:r="http://schemas.openxmlformats.org/officeDocument/2006/relationships" id="257" r:id="R7b0f125477004873"/>
    <p:sldId xmlns:r="http://schemas.openxmlformats.org/officeDocument/2006/relationships" id="258" r:id="R36fe6cbef78e4ae6"/>
    <p:sldId xmlns:r="http://schemas.openxmlformats.org/officeDocument/2006/relationships" id="259" r:id="R1b7741789601494f"/>
    <p:sldId xmlns:r="http://schemas.openxmlformats.org/officeDocument/2006/relationships" id="260" r:id="Rd4d81c48cebc4473"/>
    <p:sldId xmlns:r="http://schemas.openxmlformats.org/officeDocument/2006/relationships" id="261" r:id="R508cfcb1394c4d57"/>
    <p:sldId xmlns:r="http://schemas.openxmlformats.org/officeDocument/2006/relationships" id="262" r:id="R4003d1b03a8548dc"/>
    <p:sldId xmlns:r="http://schemas.openxmlformats.org/officeDocument/2006/relationships" id="263" r:id="Reb73ba5390264669"/>
    <p:sldId xmlns:r="http://schemas.openxmlformats.org/officeDocument/2006/relationships" id="264" r:id="Rdff84cc5778c4903"/>
    <p:sldId xmlns:r="http://schemas.openxmlformats.org/officeDocument/2006/relationships" id="265" r:id="R0b9a2b9ed26b431f"/>
    <p:sldId xmlns:r="http://schemas.openxmlformats.org/officeDocument/2006/relationships" id="266" r:id="R27c26460778640cb"/>
    <p:sldId xmlns:r="http://schemas.openxmlformats.org/officeDocument/2006/relationships" id="267" r:id="R68e5fae44a3746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25ca37dbc4ca1" /><Relationship Type="http://schemas.openxmlformats.org/officeDocument/2006/relationships/slideMaster" Target="/ppt/slideMasters/slideMaster1.xml" Id="Rd9e68e98c65f4757" /><Relationship Type="http://schemas.openxmlformats.org/officeDocument/2006/relationships/notesMaster" Target="/ppt/notesMasters/notesMaster1.xml" Id="Rd63362ad33f64da3" /><Relationship Type="http://schemas.openxmlformats.org/officeDocument/2006/relationships/presProps" Target="/ppt/presProps.xml" Id="R9c762b231b2a47b2" /><Relationship Type="http://schemas.openxmlformats.org/officeDocument/2006/relationships/tableStyles" Target="/ppt/tableStyles.xml" Id="R8a8356f7e74f4c84" /><Relationship Type="http://schemas.openxmlformats.org/officeDocument/2006/relationships/slide" Target="/ppt/slides/slide1.xml" Id="R002dba3ebb034b99" /><Relationship Type="http://schemas.openxmlformats.org/officeDocument/2006/relationships/slide" Target="/ppt/slides/slide2.xml" Id="R7b0f125477004873" /><Relationship Type="http://schemas.openxmlformats.org/officeDocument/2006/relationships/slide" Target="/ppt/slides/slide3.xml" Id="R36fe6cbef78e4ae6" /><Relationship Type="http://schemas.openxmlformats.org/officeDocument/2006/relationships/slide" Target="/ppt/slides/slide4.xml" Id="R1b7741789601494f" /><Relationship Type="http://schemas.openxmlformats.org/officeDocument/2006/relationships/slide" Target="/ppt/slides/slide5.xml" Id="Rd4d81c48cebc4473" /><Relationship Type="http://schemas.openxmlformats.org/officeDocument/2006/relationships/slide" Target="/ppt/slides/slide6.xml" Id="R508cfcb1394c4d57" /><Relationship Type="http://schemas.openxmlformats.org/officeDocument/2006/relationships/slide" Target="/ppt/slides/slide7.xml" Id="R4003d1b03a8548dc" /><Relationship Type="http://schemas.openxmlformats.org/officeDocument/2006/relationships/slide" Target="/ppt/slides/slide8.xml" Id="Reb73ba5390264669" /><Relationship Type="http://schemas.openxmlformats.org/officeDocument/2006/relationships/slide" Target="/ppt/slides/slide9.xml" Id="Rdff84cc5778c4903" /><Relationship Type="http://schemas.openxmlformats.org/officeDocument/2006/relationships/slide" Target="/ppt/slides/slide10.xml" Id="R0b9a2b9ed26b431f" /><Relationship Type="http://schemas.openxmlformats.org/officeDocument/2006/relationships/slide" Target="/ppt/slides/slide11.xml" Id="R27c26460778640cb" /><Relationship Type="http://schemas.openxmlformats.org/officeDocument/2006/relationships/slide" Target="/ppt/slides/slide12.xml" Id="R68e5fae44a37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8dbf13a694b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5a2854a1e416f" /><Relationship Type="http://schemas.openxmlformats.org/officeDocument/2006/relationships/notesMaster" Target="/ppt/notesMasters/notesMaster1.xml" Id="Rfcdee69100e1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3d912c62f44dfb" /><Relationship Type="http://schemas.openxmlformats.org/officeDocument/2006/relationships/notesMaster" Target="/ppt/notesMasters/notesMaster1.xml" Id="R2e2e12647e604e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d25baed8ea4bd4" /><Relationship Type="http://schemas.openxmlformats.org/officeDocument/2006/relationships/notesMaster" Target="/ppt/notesMasters/notesMaster1.xml" Id="Rf617c8cadb444c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baf52199c4215" /><Relationship Type="http://schemas.openxmlformats.org/officeDocument/2006/relationships/notesMaster" Target="/ppt/notesMasters/notesMaster1.xml" Id="R57dda9658a944a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2b868164a4d4d" /><Relationship Type="http://schemas.openxmlformats.org/officeDocument/2006/relationships/notesMaster" Target="/ppt/notesMasters/notesMaster1.xml" Id="R34b1bbfa941c40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e9a37222d44f58" /><Relationship Type="http://schemas.openxmlformats.org/officeDocument/2006/relationships/notesMaster" Target="/ppt/notesMasters/notesMaster1.xml" Id="Re6aa35966dd043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282d5f895e473d" /><Relationship Type="http://schemas.openxmlformats.org/officeDocument/2006/relationships/notesMaster" Target="/ppt/notesMasters/notesMaster1.xml" Id="R0a9ae46d765241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a40f396bb449f4" /><Relationship Type="http://schemas.openxmlformats.org/officeDocument/2006/relationships/notesMaster" Target="/ppt/notesMasters/notesMaster1.xml" Id="Rebe9117fac9848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432f0cc9c8490a" /><Relationship Type="http://schemas.openxmlformats.org/officeDocument/2006/relationships/notesMaster" Target="/ppt/notesMasters/notesMaster1.xml" Id="Ra06d5f597a9746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7020010e47415d" /><Relationship Type="http://schemas.openxmlformats.org/officeDocument/2006/relationships/notesMaster" Target="/ppt/notesMasters/notesMaster1.xml" Id="R8143d2cb039c40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8dc71c14fa4d20" /><Relationship Type="http://schemas.openxmlformats.org/officeDocument/2006/relationships/notesMaster" Target="/ppt/notesMasters/notesMaster1.xml" Id="R4b25250e3d9b4a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08e33f0a95498a" /><Relationship Type="http://schemas.openxmlformats.org/officeDocument/2006/relationships/notesMaster" Target="/ppt/notesMasters/notesMaster1.xml" Id="Rbca4bb9284e845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comercial autorizado por el docente según el grupo. Fuente: informe base y desafío CIIN1205P. Integrantes por completar en el informe.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informe base describe la atención presencial y telefónica. Las estimaciones de tiempos no se presentan como mediciones verificadas. La evidencia de visita y fotografías está pendiente del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sustituye el pesaje, la entrega ni un comprobante tributario. El catálogo inicial es de demostración, tomado de los ejemplos del 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precio se toma del catálogo, no se digita libremente al vender. La cantidad admite hasta tres decimales.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evaluación detallada está en la sección 4 del informe. No hay cotización de un proveedor. Los puntajes son valoración de diseño, no mediciones de campo.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Corresponde al diagrama y pseudocódigo del informe. Demostrar que un producto repetido se agrupa antes de validar stock.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negocio.py, archivos.py y main.py del prototipo. Se utilizan arreglos paralelos para crear el catálogo y listas de registros para pedidos y detalles.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oficiales: https://docs.python.org/3/library/json.html ; https://docs.python.org/3/library/decimal.html ; https://docs.python.org/3/library/os.html#os.replace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python main.py. Registrar a Daniel, presencial, producto 1, cantidad 15; terminar líneas con 0. Buscar PED-000001, consultar inventario y reiniciar. Usar una copia limpia del proyecto para repetir.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Ejecución: python -m unittest -v. Se probaron 18 métodos con estados aislados. Fuente: test_prototipo.py y salida de pruebas adjunta. No son pruebas de campo con clientes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documentación oficial de Decimal, JSON, os.replace y unittest en las referencias del informe. Completar el registro individual y la declaración oficial de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Completar nombres, visita, fotos fechadas, pruebas con datos de campo e historial auténtico de GitHub. No atribuir aportes o entrevistas que no estén documentados.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a729cd6f940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4c6fe994d45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1afdfb7f247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5061eee4341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00cb2558246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1dfa81ced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F7689C-75AC-4E63-A5A7-596164B52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D6898D-B1B3-4B37-9625-5775D48290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175EF9-C9E1-4D5E-B8FA-6698F2CCEE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697C4-6526-4EE8-8FC1-FB54CB051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1C81CB-A97C-45C1-8E4E-D81ACA7B9C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1B31C9-A403-4F03-BF6E-8AB12E0C9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65E3D9-4ED9-4D0D-9C9D-ACBA8BD341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E7F179-71A8-432C-8780-DF2A9B2782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0944CB-A031-4E7A-AD2F-EBE29E0F8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6F77F8-4B39-46E5-A6DD-5C7B88BD25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9f970e41de4146" /><Relationship Type="http://schemas.openxmlformats.org/officeDocument/2006/relationships/slideLayout" Target="/ppt/slideLayouts/slideLayout1.xml" Id="Rc77e6b4371484f65" /><Relationship Type="http://schemas.openxmlformats.org/officeDocument/2006/relationships/slideLayout" Target="/ppt/slideLayouts/slideLayout2.xml" Id="R2fd44432a2f94add" /><Relationship Type="http://schemas.openxmlformats.org/officeDocument/2006/relationships/slideLayout" Target="/ppt/slideLayouts/slideLayout3.xml" Id="Rd243eef6c53e47bb" /><Relationship Type="http://schemas.openxmlformats.org/officeDocument/2006/relationships/slideLayout" Target="/ppt/slideLayouts/slideLayout4.xml" Id="R4ba8c1b3e3434bef" /><Relationship Type="http://schemas.openxmlformats.org/officeDocument/2006/relationships/slideLayout" Target="/ppt/slideLayouts/slideLayout5.xml" Id="R8f1ab42e57724306" /><Relationship Type="http://schemas.openxmlformats.org/officeDocument/2006/relationships/slideLayout" Target="/ppt/slideLayouts/slideLayout6.xml" Id="R7704bd953fbe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7e6b4371484f65"/>
    <p:sldLayoutId xmlns:r="http://schemas.openxmlformats.org/officeDocument/2006/relationships" id="2147483650" r:id="R2fd44432a2f94add"/>
    <p:sldLayoutId xmlns:r="http://schemas.openxmlformats.org/officeDocument/2006/relationships" id="2147483651" r:id="Rd243eef6c53e47bb"/>
    <p:sldLayoutId xmlns:r="http://schemas.openxmlformats.org/officeDocument/2006/relationships" id="2147483652" r:id="R4ba8c1b3e3434bef"/>
    <p:sldLayoutId xmlns:r="http://schemas.openxmlformats.org/officeDocument/2006/relationships" id="2147483653" r:id="R8f1ab42e57724306"/>
    <p:sldLayoutId xmlns:r="http://schemas.openxmlformats.org/officeDocument/2006/relationships" id="2147483654" r:id="R7704bd953fbe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43de6599d4410" /><Relationship Type="http://schemas.openxmlformats.org/officeDocument/2006/relationships/notesSlide" Target="/ppt/notesSlides/notesSlide1.xml" Id="R03c63388864d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9d2960bc347f7" /><Relationship Type="http://schemas.openxmlformats.org/officeDocument/2006/relationships/notesSlide" Target="/ppt/notesSlides/notesSlide2.xml" Id="R943586402fab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2c2ac4f9b4680" /><Relationship Type="http://schemas.openxmlformats.org/officeDocument/2006/relationships/notesSlide" Target="/ppt/notesSlides/notesSlide3.xml" Id="Rec90a939117840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c482356e5497f" /><Relationship Type="http://schemas.openxmlformats.org/officeDocument/2006/relationships/notesSlide" Target="/ppt/notesSlides/notesSlide4.xml" Id="R8497aaac93a442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c6f1565c74227" /><Relationship Type="http://schemas.openxmlformats.org/officeDocument/2006/relationships/notesSlide" Target="/ppt/notesSlides/notesSlide5.xml" Id="R97a09218a5ca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9530f9ab64a81" /><Relationship Type="http://schemas.openxmlformats.org/officeDocument/2006/relationships/notesSlide" Target="/ppt/notesSlides/notesSlide6.xml" Id="R984b421647644e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d13eecc104b47" /><Relationship Type="http://schemas.openxmlformats.org/officeDocument/2006/relationships/notesSlide" Target="/ppt/notesSlides/notesSlide7.xml" Id="R3412d052eeb849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d9cad0dbe4542" /><Relationship Type="http://schemas.openxmlformats.org/officeDocument/2006/relationships/notesSlide" Target="/ppt/notesSlides/notesSlide8.xml" Id="Rd21469838a5b4b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ba354a6354e5b" /><Relationship Type="http://schemas.openxmlformats.org/officeDocument/2006/relationships/notesSlide" Target="/ppt/notesSlides/notesSlide9.xml" Id="Rd2059a7e53e44c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80f7622214159" /><Relationship Type="http://schemas.openxmlformats.org/officeDocument/2006/relationships/image" Target="/ppt/media/image.png" Id="Rc4e95a2f512b4d62" /><Relationship Type="http://schemas.openxmlformats.org/officeDocument/2006/relationships/notesSlide" Target="/ppt/notesSlides/notesSlide10.xml" Id="R8646aed943214c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e5685c24b40da" /><Relationship Type="http://schemas.openxmlformats.org/officeDocument/2006/relationships/notesSlide" Target="/ppt/notesSlides/notesSlide11.xml" Id="Re3395c952d904d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a186ca1554a86" /><Relationship Type="http://schemas.openxmlformats.org/officeDocument/2006/relationships/notesSlide" Target="/ppt/notesSlides/notesSlide12.xml" Id="Rc575b29e88f340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159A-C6D1-444B-83B6-4E44125A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Pedidos e inventario</a:t>
            </a:r>
          </a:p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Quesería Los Alpes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938AC-2FB5-4EE9-80FC-400A3021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ACBBE-B478-4F03-B9FA-C515362D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Prototipo en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7B6E0-1AD4-4CD8-8C89-F866399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Grupo 1  ·  Fundamentos de Programación</a:t>
            </a:r>
          </a:p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CIIN1205P  ·  Cajamarca  · 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1B816-57BB-49E0-8760-60F207A9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96325"/>
                </a:solidFill>
                <a:latin typeface="Arial"/>
                <a:ea typeface="Arial"/>
                <a:cs typeface="Arial"/>
              </a:rPr>
              <a:t>Registro, búsqueda y conservación de las ventas</a:t>
            </a:r>
          </a:p>
        </p:txBody>
      </p:sp>
    </p:spTree>
    <p:extLst>
      <p:ext uri="{BB962C8B-B14F-4D97-AF65-F5344CB8AC3E}">
        <p14:creationId xmlns:p14="http://schemas.microsoft.com/office/powerpoint/2010/main" val="553976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C255E-80F0-41A6-9B64-02F762E7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El proceso y 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A43D3-3302-4F92-A048-540AC4B5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E721-E840-4425-9895-355A2BD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Atención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6B3CA-044C-4C31-AD8B-E4DA6519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Recibir el pedido, consultar existencias, anotar, preparar, cobrar y actualizar el cuaderno.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9539F-853D-46F6-A2E3-FF009674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Riesgo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074A8-E28A-4ED8-9C5F-C0B67E8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Un registro incompleto puede producir un cobro incorrecto o comprometer productos que ya no están disponibles.</a:t>
            </a:r>
          </a:p>
        </p:txBody>
      </p:sp>
    </p:spTree>
    <p:extLst>
      <p:ext uri="{BB962C8B-B14F-4D97-AF65-F5344CB8AC3E}">
        <p14:creationId xmlns:p14="http://schemas.microsoft.com/office/powerpoint/2010/main" val="221154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04D21-EF8C-4BAF-A1EC-DFB84D76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Alcance de 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0AC22-914C-4666-87DB-50E31795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899F-F720-4239-B579-0B8D6B86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Operaciones incluidas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1513A-F9E4-4052-AF47-B4D22B51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Registrar y validar pedidos; buscar por código; ordenar; consultar stock y resumen diario; guardar en archivos.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312E7-5148-49A0-8550-F5C9C31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Condiciones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48164-4E50-4C73-A1A8-7A2C6CC5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Cuatro productos, una computadora y una instancia. Reposición, anulaciones y varias cajas quedan para una siguiente versión.</a:t>
            </a:r>
          </a:p>
        </p:txBody>
      </p:sp>
    </p:spTree>
    <p:extLst>
      <p:ext uri="{BB962C8B-B14F-4D97-AF65-F5344CB8AC3E}">
        <p14:creationId xmlns:p14="http://schemas.microsoft.com/office/powerpoint/2010/main" val="1573439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B9AFF-DACD-4927-BF7E-477572CF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Entradas y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B4DAF-2230-46B6-850D-42EC265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DBBE3-0B5E-4442-BE24-59AE6E1E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Datos de 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9D1E0-8BEF-4E4B-BD27-FE8A153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Cliente, canal, producto y cantidad en kilogramos. El catálogo aporta el precio y las existencias.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B73AC-7EB5-4430-A102-A1AE637C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Reglas y salidas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9A17C-705B-45C0-A4F1-EC220712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Validar antes de modificar. Calcular cantidad × precio. Emitir código, detalle e importe; descontar stock solo si se guarda.</a:t>
            </a:r>
          </a:p>
        </p:txBody>
      </p:sp>
    </p:spTree>
    <p:extLst>
      <p:ext uri="{BB962C8B-B14F-4D97-AF65-F5344CB8AC3E}">
        <p14:creationId xmlns:p14="http://schemas.microsoft.com/office/powerpoint/2010/main" val="1962756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41423-C701-464A-8A7C-6DA265DB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Alternativas consideradas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0AB94-1D25-4CE9-AB49-7180512C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312A8-434F-4C60-8406-744515DB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A  Lista y búsqueda lineal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AEF69-5E41-40A0-A9DA-39379B62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Seleccionada: facilita explicar los algoritmos y verificar las reglas del pedido con los recursos del curso.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24B5E-C79D-42FA-916B-1C5CAEBB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B  Índice y búsqueda binaria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125F2-B4F1-4425-A6DA-82401F28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Consulta más eficiente, pero exige mantener el orden y añade complejidad a las actualizaciones.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3AEE1-0393-4ED9-ADF5-F1FFC4E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Tercerizar exige cotización, soporte y condiciones de acceso a los datos.</a:t>
            </a:r>
          </a:p>
        </p:txBody>
      </p:sp>
    </p:spTree>
    <p:extLst>
      <p:ext uri="{BB962C8B-B14F-4D97-AF65-F5344CB8AC3E}">
        <p14:creationId xmlns:p14="http://schemas.microsoft.com/office/powerpoint/2010/main" val="1205051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19AD3-7ADE-4D3E-8ACA-1CF851A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Secuencia de una venta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73E01-8B37-4FF3-8F17-AE12B525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5F68-46B9-405E-8B5E-488B94C0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1  Leer cliente, canal y productos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9637-4C95-408C-AB29-5140051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2  Validar y agrupar cantidades repetidas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9ED4B-3DFB-4A5D-8B47-04BC8CF2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3  Comprobar stock y calcular sobre una copia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8C334-0036-49BF-B760-DD834254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4  Guardar el pedido y el nuevo inventario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9CDE5-F845-418F-9625-D237FD53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5  Actualizar memoria y mostrar la constancia</a:t>
            </a:r>
          </a:p>
        </p:txBody>
      </p:sp>
    </p:spTree>
    <p:extLst>
      <p:ext uri="{BB962C8B-B14F-4D97-AF65-F5344CB8AC3E}">
        <p14:creationId xmlns:p14="http://schemas.microsoft.com/office/powerpoint/2010/main" val="612692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9117F-0CAA-4A9C-A8B6-B9694209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Funciones y estructuras utilizadas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558ED-CDB2-411A-8801-BA1A574C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702FF-9BF4-4478-B24F-093A467C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Módulos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5305-886B-44BE-9DE4-3506182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main.py atiende el menú; negocio.py resuelve las reglas; archivos.py conserva el estado; test_prototipo.py lo verifica.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979D6-BBA3-40F3-9FCF-A825470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Algoritmos visibles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F3371-3181-4C96-B676-F08D86D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Búsqueda lineal O(n), inserción O(n²) en el peor caso, listas y cadenas normalizadas. Las funciones reciben parámetros explícitos.</a:t>
            </a:r>
          </a:p>
        </p:txBody>
      </p:sp>
    </p:spTree>
    <p:extLst>
      <p:ext uri="{BB962C8B-B14F-4D97-AF65-F5344CB8AC3E}">
        <p14:creationId xmlns:p14="http://schemas.microsoft.com/office/powerpoint/2010/main" val="1047330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41F92-FD14-492D-B7E1-6FD1ADF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Persistencia y precisión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C92D0-2FDA-4449-B5EE-663832B1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9A575-469D-400C-8AAE-F59F29C5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Importes con Decimal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45167-67D3-4827-AA7F-1AB5F09C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Los valores se construyen desde texto. Cada subtotal se redondea a dos decimales antes de sumar el pedido.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BF200-FF00-43CB-A810-C52D182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Archivo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F33F5-BB51-4BE3-9F60-1334C876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Se escribe un temporal y se reemplaza el destino. Si falla el guardado, la venta no se confirma ni altera el stock en memoria.</a:t>
            </a:r>
          </a:p>
        </p:txBody>
      </p:sp>
    </p:spTree>
    <p:extLst>
      <p:ext uri="{BB962C8B-B14F-4D97-AF65-F5344CB8AC3E}">
        <p14:creationId xmlns:p14="http://schemas.microsoft.com/office/powerpoint/2010/main" val="974354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6425C-050F-4064-ACB2-67B68A80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Demostración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C8FC1-B9BB-4729-A41B-0DD6AFE6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8D0DE-790C-4BC2-87F1-10CBED48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15 kg × S/ 18 = S/ 270,00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88E57-FE5C-4C58-8A0D-2CBBB67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Stock inicial 20 kg  →  stock final 5 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40800-38DF-41B8-BB9B-AF87CA5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Código PED-000001</a:t>
            </a:r>
          </a:p>
          <a:p xmlns:a="http://schemas.openxmlformats.org/drawingml/2006/main">
            <a:pPr>
              <a:defRPr sz="23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La búsqueda recupera el pedido.</a:t>
            </a:r>
          </a:p>
          <a:p xmlns:a="http://schemas.openxmlformats.org/drawingml/2006/main">
            <a:pPr>
              <a:defRPr sz="23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El reinicio conserva los datos guardados.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19E82-01A9-4C9A-9DE6-49BD1AE1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Datos de demostración del informe base.</a:t>
            </a:r>
          </a:p>
        </p:txBody>
      </p:sp>
    </p:spTree>
    <p:extLst>
      <p:ext uri="{BB962C8B-B14F-4D97-AF65-F5344CB8AC3E}">
        <p14:creationId xmlns:p14="http://schemas.microsoft.com/office/powerpoint/2010/main" val="258333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15291-E21F-46FE-A376-49188034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Resultados de las pruebas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14B98-BD54-45A7-A6D7-5DE685DD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EC532-681D-43AE-BB6A-429277ED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18 pruebas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48F0E-221C-4C7B-8C70-0C5D89C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Pruebas reproducibles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C543E-1209-4FC5-8B5B-B8966CE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Ventas, límites de stock,</a:t>
            </a:r>
          </a:p>
          <a:p xmlns:a="http://schemas.openxmlformats.org/drawingml/2006/main">
            <a:pPr>
              <a:defRPr sz="20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búsqueda y ordenamiento.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Entradas inválidas, archivos</a:t>
            </a:r>
          </a:p>
          <a:p xmlns:a="http://schemas.openxmlformats.org/drawingml/2006/main">
            <a:pPr>
              <a:defRPr sz="2025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dañados y fallos de escritura.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0C39D-7595-4229-A0BA-8AD4D5DC2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95a2f512b4d62"/>
          <a:stretch xmlns:a="http://schemas.openxmlformats.org/drawingml/2006/main"/>
        </p:blipFill>
        <p:spPr>
          <a:xfrm xmlns:a="http://schemas.openxmlformats.org/drawingml/2006/main">
            <a:off x="5619750" y="2902395"/>
            <a:ext cx="5905500" cy="27677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580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B1DF0-4BAA-44FA-A6EE-3D7B9E96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Aprendizaje y responsabilidad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5E126-E740-4E04-926F-37ECCA7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D2B5B-210C-4233-AD59-ACDECC8C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Conocimientos complementarios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FA95E-230F-48F8-8A67-CF2644F9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Precisión decimal, persistencia con reemplazo de archivo y pruebas automatizadas. El grupo debe explicar y verificar su uso.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4813-57A7-4158-98EB-5F5BA79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Cuidado de la información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21D54-B354-4F87-AE9F-F1D6E075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Usar datos de demostración en GitHub; proteger nombres y compras. Declarar la asistencia de IA y revisar cada resultado.</a:t>
            </a:r>
          </a:p>
        </p:txBody>
      </p:sp>
    </p:spTree>
    <p:extLst>
      <p:ext uri="{BB962C8B-B14F-4D97-AF65-F5344CB8AC3E}">
        <p14:creationId xmlns:p14="http://schemas.microsoft.com/office/powerpoint/2010/main" val="800508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01853-628B-42D4-BA74-0C54658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E36"/>
                </a:solidFill>
                <a:latin typeface="Arial"/>
                <a:ea typeface="Arial"/>
                <a:cs typeface="Arial"/>
              </a:rPr>
              <a:t>Conclusiones y siguientes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5D843-92CB-471C-9816-CA2BACFA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9945B-5A4B-4DC4-82FD-762344E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Resultado técnico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0CA31-FC19-4A1D-AE12-87D25A61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954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El prototipo registra, valida, busca, ordena y conserva pedidos. Las pruebas respaldan los casos documentados.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29614-5171-4279-B2EE-B42DD4D0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96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325"/>
                </a:solidFill>
                <a:latin typeface="Arial"/>
                <a:ea typeface="Arial"/>
                <a:cs typeface="Arial"/>
              </a:rPr>
              <a:t>Mejoras prioritarias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DE344-020F-467F-81C6-991197CB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E36"/>
                </a:solidFill>
                <a:latin typeface="Arial"/>
                <a:ea typeface="Arial"/>
                <a:cs typeface="Arial"/>
              </a:rPr>
              <a:t>Incorporar reposiciones y anulaciones trazables; medir tiempos reales y revisar concurrencia antes de utilizar varias cajas.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365AE-318D-412F-883D-66D4C9EE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353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3535A"/>
                </a:solidFill>
                <a:latin typeface="Arial"/>
                <a:ea typeface="Arial"/>
                <a:cs typeface="Arial"/>
              </a:rPr>
              <a:t>Completar evidencias de campo, GitHub y declaración oficial de IA.</a:t>
            </a:r>
          </a:p>
        </p:txBody>
      </p:sp>
    </p:spTree>
    <p:extLst>
      <p:ext uri="{BB962C8B-B14F-4D97-AF65-F5344CB8AC3E}">
        <p14:creationId xmlns:p14="http://schemas.microsoft.com/office/powerpoint/2010/main" val="1437592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2026-10-15T03:57:45.1780000Z</dcterms:created>
  <dcterms:modified xsi:type="dcterms:W3CDTF">2026-10-15T03:57:45.1780000Z</dcterms:modified>
</coreProperties>
</file>